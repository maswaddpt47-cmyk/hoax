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754880" cy="4754880"/>
          </a:xfrm>
          <a:prstGeom prst="ellipse">
            <a:avLst/>
          </a:prstGeom>
          <a:solidFill>
            <a:srgbClr val="1F2F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10378440" y="96012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ÉDUCATION AUX MÉDIAS ET À L'INFORMATION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24688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 de vérification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429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mots qui doivent alerter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 référence pour les animateurs — un module par écran : Site, E-mail, SMS, Photo.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09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D'après le kit de vérification EMI (index.html) — signaux détectés automatiquement par l'outil.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622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56692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2179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— structure de l'adresse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21792" y="1545336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suspectes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837944"/>
            <a:ext cx="515721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.tk  .ml  .ga  .cf  .gq  .xyz  .top  .work  .click  .loan  .win  .review  .icu  .buzz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Fréquemment associées à des sites frauduleux (gratuites ou très bon marché à l'enregistrement).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382512" y="1545336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Raccourcisseurs de lien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382512" y="1837944"/>
            <a:ext cx="515721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bit.ly, tinyurl.com, t.co, goo.gl, is.gd, cutt.ly, shorturl.at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Masquent la vraie destination du lien avant le clic.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402336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21792" y="4151376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investissement frauduleux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21792" y="4443984"/>
            <a:ext cx="515721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devenir participant, investir maintenant, placement garanti, gains garantis, trading, crypto, plateforme d'investissement, revenus passifs, doubler votre argent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402336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382512" y="4151376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structurels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382512" y="4443984"/>
            <a:ext cx="515721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Adresse IP au lieu d'un nom de domaine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Caractère « @ » dans le lien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Domaine encodé (xn--)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Trop de sous-domaines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Trop de tirets dans le nom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622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56692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2179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E-mail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640330" cy="1627632"/>
          </a:xfrm>
          <a:prstGeom prst="roundRect">
            <a:avLst>
              <a:gd name="adj" fmla="val 4494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21792" y="1499616"/>
            <a:ext cx="231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792224"/>
            <a:ext cx="231114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urgent, immédiatement, sous 24h/48h, dernier délai, compte bloqué/suspendu, action requise, dernier rappel, suspension imminente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26130" y="1371600"/>
            <a:ext cx="2640330" cy="1627632"/>
          </a:xfrm>
          <a:prstGeom prst="roundRect">
            <a:avLst>
              <a:gd name="adj" fmla="val 4494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490722" y="1499616"/>
            <a:ext cx="231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d'infos sensibles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3490722" y="1792224"/>
            <a:ext cx="231114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passe, code carte, CVV, RIB, numéro de carte, coordonnées bancaires, code confidentiel, code de vérification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95060" y="1371600"/>
            <a:ext cx="2640330" cy="1627632"/>
          </a:xfrm>
          <a:prstGeom prst="roundRect">
            <a:avLst>
              <a:gd name="adj" fmla="val 4494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359652" y="1499616"/>
            <a:ext cx="231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Salutation générique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359652" y="1792224"/>
            <a:ext cx="231114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 client, cher utilisateur, bonjour client, madame monsieur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(signe d'un envoi de masse)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063990" y="1371600"/>
            <a:ext cx="2640330" cy="1627632"/>
          </a:xfrm>
          <a:prstGeom prst="roundRect">
            <a:avLst>
              <a:gd name="adj" fmla="val 4494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228582" y="1499616"/>
            <a:ext cx="231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Incitation vague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9228582" y="1792224"/>
            <a:ext cx="231114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cliquez ici »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préciser la vraie destination du lien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200400"/>
            <a:ext cx="2640330" cy="1627632"/>
          </a:xfrm>
          <a:prstGeom prst="roundRect">
            <a:avLst>
              <a:gd name="adj" fmla="val 4494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21792" y="3328416"/>
            <a:ext cx="231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frais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21792" y="3621024"/>
            <a:ext cx="231114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frais, avancer les frais, aucun coût supplémentaire, sans aucun coût, reste à charge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démarchage abusif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326130" y="3200400"/>
            <a:ext cx="2640330" cy="1627632"/>
          </a:xfrm>
          <a:prstGeom prst="roundRect">
            <a:avLst>
              <a:gd name="adj" fmla="val 4494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3490722" y="3328416"/>
            <a:ext cx="231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 écrit forcé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490722" y="3621024"/>
            <a:ext cx="231114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bon pour accord »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répondre une formule pré-rédigée avant tout vrai contrat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195060" y="3200400"/>
            <a:ext cx="2640330" cy="1627632"/>
          </a:xfrm>
          <a:prstGeom prst="roundRect">
            <a:avLst>
              <a:gd name="adj" fmla="val 4494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359652" y="3328416"/>
            <a:ext cx="231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réclamés en bloc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359652" y="3621024"/>
            <a:ext cx="231114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d'imposition, taxe foncière, pièce d'identité, passeport, facture de téléphone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063990" y="3200400"/>
            <a:ext cx="2640330" cy="1627632"/>
          </a:xfrm>
          <a:prstGeom prst="roundRect">
            <a:avLst>
              <a:gd name="adj" fmla="val 4494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9228582" y="3328416"/>
            <a:ext cx="231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Rénovation énergétique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9228582" y="3621024"/>
            <a:ext cx="231114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pompe à chaleur, rénovation énergétique, CEE, prime énergie, MaPrimeRénov', isolation à 1€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à risque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502920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621792" y="5157216"/>
            <a:ext cx="10917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transversal (E-mail + SMS)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621792" y="5449824"/>
            <a:ext cx="109179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domaines différents mais très proches mentionnés dans le même message (ex. une signature citant un site web différent du domaine de l'e-mail) — souvent un signe d'usurpation d'identité d'entreprise.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622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56692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2179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21792" y="1545336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de réponse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837944"/>
            <a:ext cx="515721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répondez OUI »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répondez 1 »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que le numéro est actif et peut valider un abonnement surtaxé.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382512" y="1545336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surtaxé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382512" y="1837944"/>
            <a:ext cx="515721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Préfixes 08 / 09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numéro de rappel en 08/09 fait payer l'appel — jamais un vrai service client gratuit.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402336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21792" y="4151376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Marques usurpées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21792" y="4443984"/>
            <a:ext cx="515721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Colissimo, Chronopost, La Poste, DHL, UPS, FedEx, Ameli, CAF, Impôts, EDF, Free Mobile, Orange, SFR, Bouygues, CPF, Pôle Emploi, France Travail, PayPal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402336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382512" y="4151376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communs avec l'e-mail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382512" y="4443984"/>
            <a:ext cx="515721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Urgence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Demande d'infos sensibles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Lien raccourci / extension suspecte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Deux domaines proches mais différents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622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56692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REPÈRES, PAS DES MOTS-CLÉS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2179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21792" y="1682496"/>
            <a:ext cx="10917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métadonnées ≠ preuve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975104"/>
            <a:ext cx="109179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L'absence totale de métadonnées EXIF ne prouve rien : la plupart des réseaux sociaux et messageries les suppriment automatiquement à l'envoi.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3227832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21792" y="3355848"/>
            <a:ext cx="10917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= bon signe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3648456"/>
            <a:ext cx="109179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présence d'une date et d'un appareil cohérents avec le contexte annoncé est un bon signe (sans être une garantie absolue).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4901184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21792" y="5029200"/>
            <a:ext cx="10917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combiner avec une recherche inversée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21792" y="5321808"/>
            <a:ext cx="109179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Images, TinEye, Yandex Images, Google Lens — pour vérifier si l'image a déjà circulé ailleurs, dans un autre contexte.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 de vérification — Les mots qui doivent alerter</dc:title>
  <dc:subject>PptxGenJS Presentation</dc:subject>
  <dc:creator>Kit de vérification — EMI</dc:creator>
  <cp:lastModifiedBy>Kit de vérification — EMI</cp:lastModifiedBy>
  <cp:revision>1</cp:revision>
  <dcterms:created xsi:type="dcterms:W3CDTF">2026-08-26T22:06:18Z</dcterms:created>
  <dcterms:modified xsi:type="dcterms:W3CDTF">2026-08-26T22:06:18Z</dcterms:modified>
</cp:coreProperties>
</file>